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开场白建议：
各位同事好，今天我们来深入分析众邦银行被接管这个事件。这不仅是近期金融领域的一个重大新闻，更是我们理解民营银行治理风险的典型案例。我会从事件经过、股东结构、资产质量、合规问题、储户保障和行业启示几个方面展开。预计用时20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今天的内容分为五个部分：
首先回顾事件经过，然后深入分析股东层面的系统性风险，接着看资产质量的变化趋势，再到合规经营方面暴露的问题，最后从行业角度总结民营银行治理的教训与启示。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这是整个事件的核心事实。2026年7月3日，国家金融监管总局联合湖北省政府发布了接管公告。这是民营银行领域首例被接管案例，也是继包商银行之后又一个重要的银行风险处置事件。接管组由地方政府和监管部门联合组成，体现了中央和地方协同处置风险的模式。特别注意：三会停止履职是一个重大信号，意味着原治理架构已经完全失灵。汉口银行的承接安排，实际上是'以大带小'、'以国有带民营'的风险化解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这是众邦银行问题的核心根源——股东层面的系统性风险。银行有6个股东，全部是湖北本地民营企业，股权高度集中在单一产业资本手中。卓尔控股是主发起人，也是阎志控制的核心企业，但近年来也面临经营压力。当代科技是最严重的风险点——2022年开始债务危机，2024年9月正式进入重整。钰龙集团的股权多次被司法冻结，上架拍卖却无人问津，说明市场对这些股权的价值评估很低。奥山投资也在2025年被冻结了2亿股权。6个股东中有4个出问题，这种程度的股东危机必然传导到银行自身。这暴露了民营银行'产业资本办银行'的深层风险：当实业出问题时，银行就成了提款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这张幻灯片是整个分析中最核心的一页。
左边是2024年年报的账面数据。从这些数据看，众邦银行似乎还不错：
资产规模超千亿，净利润增长26%，不良率下降到了1.5%。
但如果只看这些数字，就会陷入'表面光鲜'的误区。
右边的前瞻指标才是真正的警报：
关注类贷款占比从1.25%飙升到4.32%，这是不良贷款的预备队。逾期贷款余额三年增加了2.4倍，从7.49亿到25.62亿。更关键的是：众邦银行是2025年全国19家民营银行中唯一没有按时披露年报的。
所以监管出手的定性是'严重信用风险'，而不是'轻微风险'。账面不良率可控，但风险的积累已经超出了报表所能反映的范围。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合规问题是众邦银行风险的第三个维度。
第一，股权管理失位。2023年就已经因这个问题被监管部门罚款，但问题并未得到解决。股东股权大量质押和冻结，说明银行对股东的约束力非常薄弱。
第二，消费者投诉超过1000笔。对于一家资产千亿的银行来说，这个数字并不小。投诉集中在贷款领域，说明信贷业务的合规性存在系统性问题。
第三，也是最有行业共性的问题是：众邦银行过度依赖第三方互联网平台获客放贷。芸豆借款、国美易卡、桔多多等平台在业内都以高利率、高费用著称。银行作为资金方，实际上是'借通道放贷'，风险识别和贷后管理都存在重大缺陷。这是整个互联网存款贷款产业链风险的缩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这一页讲储户最关心的问题：钱安全吗？
官方的保障方案是非常明确的：
个人存款本息全额保障——这是最高等级的保障，没有上限。
对公存款5000万以下也是全额保障，体现了对中小企业的保护。
接管后新增存款同样全额保障，这是为了稳定信心、防止挤兑。
处置路径采用的是'接管+承接'模式，和包商银行的处置方式类似。汉口银行作为承接方，是一家经营稳健的本地银行，由它来承接是比较稳妥的安排。
关键提醒：存款保险制度在起作用，储户不需要恐慌性挤提，挤提反而会增加银行流动性压力，对处置工作不利。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这一页我们跳出众邦银行个案，看行业层面的启示。
第一，产业资本办银行的模式存在内在矛盾。民营银行的股东大多是实业老板，当他们的主业遇到困难，银行账户就成了最方便的资金来源。关联交易、资金占用等问题防不胜防。
第二，互联网存款贷款模式在这次危机中暴露了脆弱性。银行把获客和风控都外包给了第三方平台，自己只出钱，结果就是风险失控。这是整个金融科技监管需要反思的问题。
第三，中小银行风险出清在加速。从包商银行到辽沈银行到众邦，监管正在用市场化法治化的方式处置风险，而不是一味兜底。
第四，地方国资正在成为民营银行风险处置的关键力量。从战略入股到全面接管，国资入主可能是未来民营银行治理结构优化的一个重要方向。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【演讲备注】
最后做一个总结。
众邦银行被接管不是一个孤立事件，而是中国民营银行发展十年来的一个标志性案例。它告诉我们：银行的本质是信用中介，不是产业资本的融资工具。当股东的实业出现危机，银行不能成为'提款机'。
从监管角度看，这次处置体现了几个积极变化：
一是市场化法治化程度提高，不再是一味兜底；
二是跨部门协同（央行、金融监管局、地方政府、存款保险）更加顺畅；
三是保障方案清晰透明，有利于稳定市场预期。
最后的四个思考题，大家可以回去思考，也欢迎在讨论环节交流。
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560320"/>
            <a:ext cx="6400800" cy="36576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众邦银行问题深度分析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从被接管看民营银行治理困局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0" y="3840480"/>
            <a:ext cx="2743200" cy="640080"/>
          </a:xfrm>
          <a:prstGeom prst="rect">
            <a:avLst>
              <a:gd name="adj" fmla="val 11429"/>
            </a:avLst>
          </a:prstGeom>
          <a:solidFill>
            <a:srgbClr val="D843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内部培训资料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54864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事件概览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0" y="1280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被接管的核心事实与时间线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54864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011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股东之殇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六家民企股东的连环危机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34640"/>
            <a:ext cx="73152" cy="54864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834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资产质量恶化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关键指标的趋势分析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57600"/>
            <a:ext cx="73152" cy="54864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657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合规与经营缺陷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罚款、投诉与平台合作风险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91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4805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43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行业警示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1480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民营银行治理的反思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2026年7月3日，国家金融监督管理总局联合湖北省人民政府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对武汉众邦银行实施接管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接管安排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原因：出现严重信用风险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期限：2026.7.3 — 2027.7.2，为期1年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接管组：湖北省地方金融管理局、武汉市人民政府牵头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三会停止履职，接管组行使经营管理权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汉口银行承接全部资产负债和人员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743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法律依据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《中华人民共和国银行业监督管理法》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《中华人民共和国商业银行法》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存款保险基金管理有限责任公司参与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依据：为保护存款人和其他客户合法权益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股东之殇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6家湖北民企股东，股权高度集中，多家陷入债务危机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468880"/>
          </a:xfrm>
          <a:prstGeom prst="rect">
            <a:avLst>
              <a:gd name="adj" fmla="val 296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卓尔控股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主发起人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331720"/>
            <a:ext cx="22860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董事阎志2025年退出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有被执行人记录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560320" cy="2468880"/>
          </a:xfrm>
          <a:prstGeom prst="rect">
            <a:avLst>
              <a:gd name="adj" fmla="val 296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645920"/>
            <a:ext cx="2560320" cy="5486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29768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壹网通科技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0" y="2331720"/>
            <a:ext cx="22860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暂无明显风险信号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645920"/>
            <a:ext cx="2560320" cy="2468880"/>
          </a:xfrm>
          <a:prstGeom prst="rect">
            <a:avLst>
              <a:gd name="adj" fmla="val 296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645920"/>
            <a:ext cx="2560320" cy="5486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32320" y="1828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武汉当代科技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联合发起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331720"/>
            <a:ext cx="22860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4688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2022年起债务危机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2024年9月进入重整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2560320" cy="2468880"/>
          </a:xfrm>
          <a:prstGeom prst="rect">
            <a:avLst>
              <a:gd name="adj" fmla="val 296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97680"/>
            <a:ext cx="2560320" cy="5486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480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463040" y="4480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钰龙集团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47091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参与发起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4983480"/>
            <a:ext cx="22860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120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股权多次冻结并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拍卖流拍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4297680"/>
            <a:ext cx="2560320" cy="2468880"/>
          </a:xfrm>
          <a:prstGeom prst="rect">
            <a:avLst>
              <a:gd name="adj" fmla="val 296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4297680"/>
            <a:ext cx="25603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4480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297680" y="4480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奥山投资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297680" y="47091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参与发起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29000" y="4983480"/>
            <a:ext cx="22860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5120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2025年1月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2亿股权被冻结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4297680"/>
            <a:ext cx="2560320" cy="2468880"/>
          </a:xfrm>
          <a:prstGeom prst="rect">
            <a:avLst>
              <a:gd name="adj" fmla="val 296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4297680"/>
            <a:ext cx="2560320" cy="54864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480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132320" y="4480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法斯克能源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47091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参与发起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4983480"/>
            <a:ext cx="22860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51206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暂无明显风险信号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资产质量恶化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账面不良率可控，但前瞻指标早已拉响警报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2024年年报核心指标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4114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资产总额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1,235亿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1,146亿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+7.8%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营业收入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18.12亿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19.32亿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-6.2%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净利润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5.11亿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4.05亿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不良贷款率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-0.23pp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拨备覆盖率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267.29%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248.04%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88E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+19.25pp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资本充足率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10.67%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10.67%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前瞻风险指标（更值得警惕）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54880" y="1965960"/>
            <a:ext cx="3931920" cy="2377440"/>
          </a:xfrm>
          <a:prstGeom prst="rect">
            <a:avLst>
              <a:gd name="adj" fmla="val 3077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210312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关注类贷款占比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2021年 1.25%  →  2024年中 4.32%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（+3.07个百分点，三年翻3.5倍）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逾期贷款余额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2021年 7.49亿  →  2024年中 25.62亿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（+18.13亿，三年增2.4倍）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2025年：19家民营银行中唯一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未按时披露年报的机构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DBD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数据来源：国家金融监管总局公告 / 众邦银行2024年年报 / 公开报道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合规与经营缺陷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三道红线：股权管理、消费者保护、合作方合规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926080"/>
          </a:xfrm>
          <a:prstGeom prst="rect">
            <a:avLst>
              <a:gd name="adj" fmla="val 27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股权管理失位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2023年3月因对股东股权管理不到位被监管罚款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股东股权大量质押、冻结，银行未能有效管控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第二大股东当代科技进入重整，银行被动应对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51760" cy="2926080"/>
          </a:xfrm>
          <a:prstGeom prst="rect">
            <a:avLst>
              <a:gd name="adj" fmla="val 27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554480"/>
            <a:ext cx="2651760" cy="6400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消费者投诉高企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3774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2023年全年金融消费者投诉1,041笔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投诉类型以贷款类为主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涉及高额服务费、担保费争议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51760" cy="2926080"/>
          </a:xfrm>
          <a:prstGeom prst="rect">
            <a:avLst>
              <a:gd name="adj" fmla="val 2759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554480"/>
            <a:ext cx="2651760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00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6002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第三方平台合作风险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与芸豆借款、国美易卡、桔多多等10+平台合作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银行作为资金方，间接参与合作方违规操作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未尽到对合作方有效管理的责任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储户保障与处置方案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>
              <a:gd name="adj" fmla="val 2778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保障方案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个人存款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本息全额保障，不受任何影响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对公存款 / 同业负债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本息5000万元（含）以下全额保障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超出部分按规定保障方案执行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接管后新增存款及同业负债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本息同样享受全额保障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各项业务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接管期间照常办理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>
              <a:gd name="adj" fmla="val 277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后续处置路径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汉口银行承接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在监管监督下，汉口银行依法依规承接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众邦银行全部资产、负债、业务和人员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"接管+承接"模式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市场化、法治化处置高风险机构的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一贯做法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存款保险机制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存款保险基金管理有限责任公司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参与接管组，保障存款人权益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4572000"/>
            <a:ext cx="3657600" cy="320040"/>
          </a:xfrm>
          <a:prstGeom prst="rect">
            <a:avLst>
              <a:gd name="adj" fmla="val 14286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572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个人存款本息全额保障，无需恐慌挤提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行业警示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民营银行整体风险加速出清，众邦不是第一个，也不会是最后一个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417320"/>
          </a:xfrm>
          <a:prstGeom prst="rect">
            <a:avLst>
              <a:gd name="adj" fmla="val 516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14173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产业资本办银行的模式困境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民营银行股东多为实业企业，当主业下行时，银行容易被当作'融资平台'或'信用放大器'。众邦银行的案例表明：股东的财务风险会直接传导至银行。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023360" cy="1417320"/>
          </a:xfrm>
          <a:prstGeom prst="rect">
            <a:avLst>
              <a:gd name="adj" fmla="val 516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54480"/>
            <a:ext cx="73152" cy="14173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互联网存款贷款模式的脆弱性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依赖第三方平台获客+放贷的模式，导致银行对底层资产的风险识别能力不足。平台违规操作的成本最终由银行承担。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23360" cy="1417320"/>
          </a:xfrm>
          <a:prstGeom prst="rect">
            <a:avLst>
              <a:gd name="adj" fmla="val 516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54680"/>
            <a:ext cx="73152" cy="14173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中小银行风险出清加速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从包商银行到辽沈银行，再到众邦银行，中小银行风险处置正在进入常态化。民营银行资本充足率、不良率等指标弱于行业均值。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023360" cy="1417320"/>
          </a:xfrm>
          <a:prstGeom prst="rect">
            <a:avLst>
              <a:gd name="adj" fmla="val 5161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154680"/>
            <a:ext cx="73152" cy="1417320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780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地方国资入主成为趋势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通过参股、控股到全面接管，地方国资正在成为民营银行风险处置的重要力量。股权结构优化是化解风险的关键路径。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总结与反思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45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73152" cy="45720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股东风险是根源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9110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6家民企股东中4家出险，产业资本办银行的模式缺陷暴露无遗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73152" cy="45720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286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前瞻指标早已预警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505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关注类贷款占比3年翻3.5倍，逾期余额增2.4倍，监管出手并非突然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73152" cy="45720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880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合规漏洞持续积累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0998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股权管理被罚、千笔投诉、第三方平台合作失控，风险层层叠加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73152" cy="45720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处置路径清晰有序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6941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接管+承接+存款保险，个人存款全额保障，系统风险可控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73152" cy="45720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行业启示深远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2885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民营银行治理亟待优化，互联网信贷模式需要重构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3931920" cy="3383280"/>
          </a:xfrm>
          <a:prstGeom prst="rect">
            <a:avLst>
              <a:gd name="adj" fmla="val 2703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关键思考题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民营银行的股东准入和持续监管是否足够严格？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银行能否真正独立于产业资本行使风险管理职能？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互联网平台合作放贷的风险究竟由谁承担？如何监管？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843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存款保险制度在银行风险处置中如何更好发挥作用？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01000" y="4572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众邦银行问题深度分析</dc:title>
  <dc:subject>从被接管看民营银行治理困局</dc:subject>
  <dc:creator>PPT Master</dc:creator>
  <cp:lastModifiedBy>PPT Master</cp:lastModifiedBy>
  <cp:revision>1</cp:revision>
  <dcterms:created xsi:type="dcterms:W3CDTF">2026-07-04T08:15:35Z</dcterms:created>
  <dcterms:modified xsi:type="dcterms:W3CDTF">2026-07-04T08:15:35Z</dcterms:modified>
</cp:coreProperties>
</file>